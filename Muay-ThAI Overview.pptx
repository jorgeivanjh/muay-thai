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JaramilloHerrera" userId="b34be487-293b-4247-b468-a3d39e4de907" providerId="ADAL" clId="{CEFB84C4-7BD7-4A89-B799-8D0526395845}"/>
    <pc:docChg chg="undo custSel addSld modSld">
      <pc:chgData name="Jorge JaramilloHerrera" userId="b34be487-293b-4247-b468-a3d39e4de907" providerId="ADAL" clId="{CEFB84C4-7BD7-4A89-B799-8D0526395845}" dt="2026-08-02T16:25:05.883" v="2037" actId="20577"/>
      <pc:docMkLst>
        <pc:docMk/>
      </pc:docMkLst>
      <pc:sldChg chg="modSp new mod">
        <pc:chgData name="Jorge JaramilloHerrera" userId="b34be487-293b-4247-b468-a3d39e4de907" providerId="ADAL" clId="{CEFB84C4-7BD7-4A89-B799-8D0526395845}" dt="2026-07-21T10:42:59.147" v="1292" actId="20577"/>
        <pc:sldMkLst>
          <pc:docMk/>
          <pc:sldMk cId="836776277" sldId="256"/>
        </pc:sldMkLst>
        <pc:spChg chg="mod">
          <ac:chgData name="Jorge JaramilloHerrera" userId="b34be487-293b-4247-b468-a3d39e4de907" providerId="ADAL" clId="{CEFB84C4-7BD7-4A89-B799-8D0526395845}" dt="2026-07-21T10:42:45.300" v="1286" actId="20577"/>
          <ac:spMkLst>
            <pc:docMk/>
            <pc:sldMk cId="836776277" sldId="256"/>
            <ac:spMk id="2" creationId="{2E1319D6-1C63-4769-3828-BEC8D4206BBF}"/>
          </ac:spMkLst>
        </pc:spChg>
        <pc:spChg chg="mod">
          <ac:chgData name="Jorge JaramilloHerrera" userId="b34be487-293b-4247-b468-a3d39e4de907" providerId="ADAL" clId="{CEFB84C4-7BD7-4A89-B799-8D0526395845}" dt="2026-07-21T10:42:59.147" v="1292" actId="20577"/>
          <ac:spMkLst>
            <pc:docMk/>
            <pc:sldMk cId="836776277" sldId="256"/>
            <ac:spMk id="3" creationId="{DB2F414D-C34C-F24D-105F-B0A1BC82D7B1}"/>
          </ac:spMkLst>
        </pc:spChg>
      </pc:sldChg>
      <pc:sldChg chg="addSp delSp modSp new mod">
        <pc:chgData name="Jorge JaramilloHerrera" userId="b34be487-293b-4247-b468-a3d39e4de907" providerId="ADAL" clId="{CEFB84C4-7BD7-4A89-B799-8D0526395845}" dt="2026-07-20T08:15:15.886" v="1164" actId="20577"/>
        <pc:sldMkLst>
          <pc:docMk/>
          <pc:sldMk cId="1453587819" sldId="257"/>
        </pc:sldMkLst>
        <pc:spChg chg="mod">
          <ac:chgData name="Jorge JaramilloHerrera" userId="b34be487-293b-4247-b468-a3d39e4de907" providerId="ADAL" clId="{CEFB84C4-7BD7-4A89-B799-8D0526395845}" dt="2026-07-19T22:44:24.748" v="8" actId="20577"/>
          <ac:spMkLst>
            <pc:docMk/>
            <pc:sldMk cId="1453587819" sldId="257"/>
            <ac:spMk id="2" creationId="{326D36AA-09DD-0055-969C-EEA5FDA75610}"/>
          </ac:spMkLst>
        </pc:spChg>
        <pc:spChg chg="add mod">
          <ac:chgData name="Jorge JaramilloHerrera" userId="b34be487-293b-4247-b468-a3d39e4de907" providerId="ADAL" clId="{CEFB84C4-7BD7-4A89-B799-8D0526395845}" dt="2026-07-20T08:15:15.886" v="1164" actId="20577"/>
          <ac:spMkLst>
            <pc:docMk/>
            <pc:sldMk cId="1453587819" sldId="257"/>
            <ac:spMk id="11" creationId="{7A041291-6259-EB04-122D-C1FD6D026EE0}"/>
          </ac:spMkLst>
        </pc:spChg>
        <pc:grpChg chg="add mod">
          <ac:chgData name="Jorge JaramilloHerrera" userId="b34be487-293b-4247-b468-a3d39e4de907" providerId="ADAL" clId="{CEFB84C4-7BD7-4A89-B799-8D0526395845}" dt="2026-07-19T23:19:18.355" v="1068" actId="1076"/>
          <ac:grpSpMkLst>
            <pc:docMk/>
            <pc:sldMk cId="1453587819" sldId="257"/>
            <ac:grpSpMk id="17" creationId="{5126A91A-A640-9974-5E36-520162DBCAE4}"/>
          </ac:grpSpMkLst>
        </pc:grpChg>
        <pc:picChg chg="add mod">
          <ac:chgData name="Jorge JaramilloHerrera" userId="b34be487-293b-4247-b468-a3d39e4de907" providerId="ADAL" clId="{CEFB84C4-7BD7-4A89-B799-8D0526395845}" dt="2026-07-19T22:45:32.476" v="11" actId="1076"/>
          <ac:picMkLst>
            <pc:docMk/>
            <pc:sldMk cId="1453587819" sldId="257"/>
            <ac:picMk id="5" creationId="{5A771788-0488-0C6C-F024-38750A6EC5FE}"/>
          </ac:picMkLst>
        </pc:picChg>
        <pc:picChg chg="add mod">
          <ac:chgData name="Jorge JaramilloHerrera" userId="b34be487-293b-4247-b468-a3d39e4de907" providerId="ADAL" clId="{CEFB84C4-7BD7-4A89-B799-8D0526395845}" dt="2026-07-19T22:52:40.911" v="18" actId="1076"/>
          <ac:picMkLst>
            <pc:docMk/>
            <pc:sldMk cId="1453587819" sldId="257"/>
            <ac:picMk id="7" creationId="{D018FFDC-286A-FF19-FAD9-01B5C95AFCC9}"/>
          </ac:picMkLst>
        </pc:picChg>
        <pc:picChg chg="add mod">
          <ac:chgData name="Jorge JaramilloHerrera" userId="b34be487-293b-4247-b468-a3d39e4de907" providerId="ADAL" clId="{CEFB84C4-7BD7-4A89-B799-8D0526395845}" dt="2026-07-19T23:19:16.805" v="1067" actId="164"/>
          <ac:picMkLst>
            <pc:docMk/>
            <pc:sldMk cId="1453587819" sldId="257"/>
            <ac:picMk id="14" creationId="{08759202-F2DB-614A-414D-C292A7049742}"/>
          </ac:picMkLst>
        </pc:picChg>
        <pc:picChg chg="add mod">
          <ac:chgData name="Jorge JaramilloHerrera" userId="b34be487-293b-4247-b468-a3d39e4de907" providerId="ADAL" clId="{CEFB84C4-7BD7-4A89-B799-8D0526395845}" dt="2026-07-19T23:19:16.805" v="1067" actId="164"/>
          <ac:picMkLst>
            <pc:docMk/>
            <pc:sldMk cId="1453587819" sldId="257"/>
            <ac:picMk id="16" creationId="{BBA20349-A6DA-1E72-0543-84276618D016}"/>
          </ac:picMkLst>
        </pc:picChg>
        <pc:inkChg chg="add">
          <ac:chgData name="Jorge JaramilloHerrera" userId="b34be487-293b-4247-b468-a3d39e4de907" providerId="ADAL" clId="{CEFB84C4-7BD7-4A89-B799-8D0526395845}" dt="2026-07-19T22:53:02.970" v="21" actId="9405"/>
          <ac:inkMkLst>
            <pc:docMk/>
            <pc:sldMk cId="1453587819" sldId="257"/>
            <ac:inkMk id="9" creationId="{3E6AF87E-3B64-253E-7F16-E625C8D50FFE}"/>
          </ac:inkMkLst>
        </pc:inkChg>
        <pc:inkChg chg="add">
          <ac:chgData name="Jorge JaramilloHerrera" userId="b34be487-293b-4247-b468-a3d39e4de907" providerId="ADAL" clId="{CEFB84C4-7BD7-4A89-B799-8D0526395845}" dt="2026-07-19T22:53:07.371" v="22" actId="9405"/>
          <ac:inkMkLst>
            <pc:docMk/>
            <pc:sldMk cId="1453587819" sldId="257"/>
            <ac:inkMk id="10" creationId="{5778F369-29F4-ADB0-91DB-0E9B68EE1585}"/>
          </ac:inkMkLst>
        </pc:inkChg>
      </pc:sldChg>
      <pc:sldChg chg="modSp new mod">
        <pc:chgData name="Jorge JaramilloHerrera" userId="b34be487-293b-4247-b468-a3d39e4de907" providerId="ADAL" clId="{CEFB84C4-7BD7-4A89-B799-8D0526395845}" dt="2026-07-21T10:46:23.177" v="1418" actId="20577"/>
        <pc:sldMkLst>
          <pc:docMk/>
          <pc:sldMk cId="553033692" sldId="258"/>
        </pc:sldMkLst>
        <pc:spChg chg="mod">
          <ac:chgData name="Jorge JaramilloHerrera" userId="b34be487-293b-4247-b468-a3d39e4de907" providerId="ADAL" clId="{CEFB84C4-7BD7-4A89-B799-8D0526395845}" dt="2026-07-19T23:02:49.791" v="225" actId="20577"/>
          <ac:spMkLst>
            <pc:docMk/>
            <pc:sldMk cId="553033692" sldId="258"/>
            <ac:spMk id="2" creationId="{1634F805-83B2-8F93-A1F8-FD7BEAADFCC0}"/>
          </ac:spMkLst>
        </pc:spChg>
        <pc:spChg chg="mod">
          <ac:chgData name="Jorge JaramilloHerrera" userId="b34be487-293b-4247-b468-a3d39e4de907" providerId="ADAL" clId="{CEFB84C4-7BD7-4A89-B799-8D0526395845}" dt="2026-07-21T10:46:23.177" v="1418" actId="20577"/>
          <ac:spMkLst>
            <pc:docMk/>
            <pc:sldMk cId="553033692" sldId="258"/>
            <ac:spMk id="3" creationId="{560D5E66-BF78-D186-315B-ABEDF2E57EFC}"/>
          </ac:spMkLst>
        </pc:spChg>
      </pc:sldChg>
      <pc:sldChg chg="modSp new mod">
        <pc:chgData name="Jorge JaramilloHerrera" userId="b34be487-293b-4247-b468-a3d39e4de907" providerId="ADAL" clId="{CEFB84C4-7BD7-4A89-B799-8D0526395845}" dt="2026-07-22T17:14:56.004" v="1580" actId="27636"/>
        <pc:sldMkLst>
          <pc:docMk/>
          <pc:sldMk cId="1118807957" sldId="259"/>
        </pc:sldMkLst>
        <pc:spChg chg="mod">
          <ac:chgData name="Jorge JaramilloHerrera" userId="b34be487-293b-4247-b468-a3d39e4de907" providerId="ADAL" clId="{CEFB84C4-7BD7-4A89-B799-8D0526395845}" dt="2026-07-22T17:14:56.004" v="1580" actId="27636"/>
          <ac:spMkLst>
            <pc:docMk/>
            <pc:sldMk cId="1118807957" sldId="259"/>
            <ac:spMk id="3" creationId="{B283AB96-6FBE-8772-7E5A-7F656359F0E4}"/>
          </ac:spMkLst>
        </pc:spChg>
      </pc:sldChg>
      <pc:sldChg chg="modSp new mod">
        <pc:chgData name="Jorge JaramilloHerrera" userId="b34be487-293b-4247-b468-a3d39e4de907" providerId="ADAL" clId="{CEFB84C4-7BD7-4A89-B799-8D0526395845}" dt="2026-07-23T13:38:29.654" v="1783" actId="20577"/>
        <pc:sldMkLst>
          <pc:docMk/>
          <pc:sldMk cId="1815375096" sldId="260"/>
        </pc:sldMkLst>
        <pc:spChg chg="mod">
          <ac:chgData name="Jorge JaramilloHerrera" userId="b34be487-293b-4247-b468-a3d39e4de907" providerId="ADAL" clId="{CEFB84C4-7BD7-4A89-B799-8D0526395845}" dt="2026-07-23T13:36:37.486" v="1611" actId="20577"/>
          <ac:spMkLst>
            <pc:docMk/>
            <pc:sldMk cId="1815375096" sldId="260"/>
            <ac:spMk id="2" creationId="{7FB9C15B-98D0-5E8E-3EED-7F706785DB2C}"/>
          </ac:spMkLst>
        </pc:spChg>
        <pc:spChg chg="mod">
          <ac:chgData name="Jorge JaramilloHerrera" userId="b34be487-293b-4247-b468-a3d39e4de907" providerId="ADAL" clId="{CEFB84C4-7BD7-4A89-B799-8D0526395845}" dt="2026-07-23T13:38:29.654" v="1783" actId="20577"/>
          <ac:spMkLst>
            <pc:docMk/>
            <pc:sldMk cId="1815375096" sldId="260"/>
            <ac:spMk id="3" creationId="{A2005DCA-3326-9259-3C55-531EE16C0D2D}"/>
          </ac:spMkLst>
        </pc:spChg>
      </pc:sldChg>
      <pc:sldChg chg="addSp modSp new mod">
        <pc:chgData name="Jorge JaramilloHerrera" userId="b34be487-293b-4247-b468-a3d39e4de907" providerId="ADAL" clId="{CEFB84C4-7BD7-4A89-B799-8D0526395845}" dt="2026-07-28T19:48:12.562" v="1868" actId="20577"/>
        <pc:sldMkLst>
          <pc:docMk/>
          <pc:sldMk cId="1056558122" sldId="261"/>
        </pc:sldMkLst>
        <pc:spChg chg="mod">
          <ac:chgData name="Jorge JaramilloHerrera" userId="b34be487-293b-4247-b468-a3d39e4de907" providerId="ADAL" clId="{CEFB84C4-7BD7-4A89-B799-8D0526395845}" dt="2026-07-28T19:47:42.531" v="1789" actId="20577"/>
          <ac:spMkLst>
            <pc:docMk/>
            <pc:sldMk cId="1056558122" sldId="261"/>
            <ac:spMk id="2" creationId="{8D78AEAD-1F28-303A-83A0-97425EF1F81C}"/>
          </ac:spMkLst>
        </pc:spChg>
        <pc:spChg chg="mod">
          <ac:chgData name="Jorge JaramilloHerrera" userId="b34be487-293b-4247-b468-a3d39e4de907" providerId="ADAL" clId="{CEFB84C4-7BD7-4A89-B799-8D0526395845}" dt="2026-07-28T19:48:12.562" v="1868" actId="20577"/>
          <ac:spMkLst>
            <pc:docMk/>
            <pc:sldMk cId="1056558122" sldId="261"/>
            <ac:spMk id="3" creationId="{43C9BFC9-A09F-D398-1211-2AFAE9001824}"/>
          </ac:spMkLst>
        </pc:spChg>
        <pc:picChg chg="add mod">
          <ac:chgData name="Jorge JaramilloHerrera" userId="b34be487-293b-4247-b468-a3d39e4de907" providerId="ADAL" clId="{CEFB84C4-7BD7-4A89-B799-8D0526395845}" dt="2026-07-28T19:47:53.615" v="1819" actId="1076"/>
          <ac:picMkLst>
            <pc:docMk/>
            <pc:sldMk cId="1056558122" sldId="261"/>
            <ac:picMk id="5" creationId="{16C8E41A-91F5-C1EC-8E94-08B44F5C6401}"/>
          </ac:picMkLst>
        </pc:picChg>
      </pc:sldChg>
      <pc:sldChg chg="modSp new mod">
        <pc:chgData name="Jorge JaramilloHerrera" userId="b34be487-293b-4247-b468-a3d39e4de907" providerId="ADAL" clId="{CEFB84C4-7BD7-4A89-B799-8D0526395845}" dt="2026-08-02T16:25:05.883" v="2037" actId="20577"/>
        <pc:sldMkLst>
          <pc:docMk/>
          <pc:sldMk cId="557845445" sldId="262"/>
        </pc:sldMkLst>
        <pc:spChg chg="mod">
          <ac:chgData name="Jorge JaramilloHerrera" userId="b34be487-293b-4247-b468-a3d39e4de907" providerId="ADAL" clId="{CEFB84C4-7BD7-4A89-B799-8D0526395845}" dt="2026-07-30T09:40:58.542" v="1881" actId="20577"/>
          <ac:spMkLst>
            <pc:docMk/>
            <pc:sldMk cId="557845445" sldId="262"/>
            <ac:spMk id="2" creationId="{682DA958-51A1-B6E6-B796-A2B3D9F69195}"/>
          </ac:spMkLst>
        </pc:spChg>
        <pc:spChg chg="mod">
          <ac:chgData name="Jorge JaramilloHerrera" userId="b34be487-293b-4247-b468-a3d39e4de907" providerId="ADAL" clId="{CEFB84C4-7BD7-4A89-B799-8D0526395845}" dt="2026-08-02T16:25:05.883" v="2037" actId="20577"/>
          <ac:spMkLst>
            <pc:docMk/>
            <pc:sldMk cId="557845445" sldId="262"/>
            <ac:spMk id="3" creationId="{98970620-581D-721F-F7DD-95B4399D6792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9T22:53:02.9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26 9830,'3'-3'110,"1"1"1,0 0-1,0 1 0,-1-1 1,1 1-1,0-1 0,0 1 1,1 0-1,-1 1 0,0-1 1,0 1-1,8 0 0,1-1 276,138-7 2954,260 19 0,-282-4-2016,830 55 5236,-880-54-6560,-1 3 0,0 4 0,-1 3 0,112 42 0,-142-44 0,1-3 0,80 13 0,101-2 0,-58-19 0,-28-1 0,-112 0 0,-1 1 0,1 1 0,57 21 0,-58-17 0,1-1 0,1-1 0,44 5 0,-14-4 0,98 25 0,-6-1 0,-109-23 0,-1 2 0,63 25 0,-65-21 0,0-2 0,75 15 0,-90-25 0,1 1 0,0 1 0,42 16 0,-63-19 0,-1-1 0,0 1 0,0 0 0,0 1 0,0-1 0,-1 1 0,1 1 0,-1-1 0,0 1 0,0-1 0,0 2 0,-1-1 0,0 0 0,0 1 0,0 0 0,-1 0 0,0 0 0,0 0 0,0 0 0,2 11 0,-4-15 0,-1 1 0,0-1 0,1 1 0,-1-1 0,0 1 0,-1-1 0,1 1 0,0-1 0,-1 1 0,1-1 0,-1 1 0,0-1 0,0 0 0,0 1 0,0-1 0,0 0 0,0 0 0,-1 0 0,1 0 0,-1 0 0,1 0 0,-1 0 0,0 0 0,0-1 0,0 1 0,0-1 0,0 1 0,0-1 0,0 0 0,0 1 0,-1-1 0,1-1 0,-1 1 0,-2 1 0,-9 2 0,-1 0 0,1-1 0,-1-1 0,-20 2 0,21-3 0,-2 1 0,1 0 0,0-1 0,-1-1 0,1-1 0,-1 0 0,1-1 0,-24-6 0,38 8-18,0 0 0,0-1 1,0 1-1,0 0 0,1-1 0,-1 1 1,0-1-1,0 1 0,1-1 1,-1 1-1,0-1 0,1 1 1,-1-1-1,1 0 0,-1 1 1,1-1-1,-1 0 0,1 0 1,-1 1-1,1-1 0,0 0 0,-1 0 1,1 0-1,0 1 0,0-1 1,0 0-1,-1-2 0,2 1-34,-1 1-1,0-1 0,1 0 1,0 0-1,-1 0 0,1 1 1,0-1-1,0 0 0,0 1 1,0-1-1,0 1 0,2-3 1,5-4-145,1 0 1,0 0 0,12-8-1,-5 5 158,0 2 0,0 0-1,1 0 1,0 2-1,1 0 1,0 1 0,0 1-1,31-5 1,-36 8 63,2 1 0,-1 0 0,0 0 0,0 2 1,0-1-1,0 2 0,0 0 0,0 1 0,0 0 0,-1 1 1,0 1-1,15 6 0,-26-10-18,1 0 1,0 0-1,-1 0 0,1 1 1,-1-1-1,0 1 0,1 0 1,-1 0-1,0 0 0,0 0 1,0 0-1,0 0 0,0 0 1,-1 1-1,1-1 0,-1 1 1,0-1-1,1 1 0,-1-1 1,0 1-1,0 0 0,-1 0 1,1-1-1,-1 1 0,1 0 1,-1 0-1,0 0 0,0 0 1,0-1-1,0 1 0,-1 0 1,1 0-1,-1 0 0,0 0 1,0-1-1,0 1 0,0 0 1,0-1-1,0 1 0,-1-1 1,1 1-1,-1-1 0,0 0 1,-3 4-1,-11 12 31,-1 1-1,-1-2 1,-1-1 0,-1 0-1,0-1 1,0-2 0,-2 0 0,0-1-1,0-1 1,-1 0 0,0-2-1,-1-1 1,0-1 0,-44 6 0,55-10-8,-1-2 0,0 0 0,0-1 1,1 0-1,-1-1 0,-24-5 0,32 5-58,1-1-1,-1-1 1,1 1-1,-1-1 1,1 1-1,0-2 1,0 1-1,0 0 0,0-1 1,1 0-1,-1 0 1,1 0-1,0-1 1,1 0-1,-1 1 1,1-1-1,-6-11 0,6 10-45,-1-2-1,1 1 0,0 0 0,1 0 1,0-1-1,0 0 0,0 1 1,1-1-1,0 0 0,1 0 0,0-11 1,0 16 62,1-1 1,0 1-1,0-1 1,0 1-1,0-1 1,1 1-1,-1 0 1,1-1-1,0 1 1,0 0-1,0 0 0,0 0 1,0 1-1,1-1 1,-1 0-1,1 1 1,0 0-1,0-1 1,0 1-1,0 0 1,0 1-1,0-1 1,0 0-1,1 1 1,-1 0-1,6-2 1,8-1 51,0 1-1,0 0 1,0 1 0,1 0 0,21 2 0,-27 0-19,-1 1-1,1 1 1,-1-1 0,0 2-1,1 0 1,-1 0 0,-1 1-1,1 0 1,12 7-1,-20-9-7,0 0-1,0 0 1,0 1-1,0-1 1,0 1-1,-1-1 1,4 5-1,-6-7-8,1 1 0,-1 0-1,1-1 1,-1 1-1,0 0 1,1-1-1,-1 1 1,0 0-1,0-1 1,1 1 0,-1 0-1,0 0 1,0-1-1,0 1 1,0 0-1,0 0 1,0-1-1,0 1 1,0 0 0,0 0-1,0-1 1,-1 1-1,1 0 1,0-1-1,0 1 1,-1 0-1,1-1 1,0 1-1,-1 0 1,1-1 0,-1 1-1,1 0 1,-1-1-1,1 1 1,-1-1-1,1 1 1,-1-1-1,1 1 1,-1-1 0,0 0-1,1 1 1,-2-1-1,-12 7 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9T22:53:07.3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0 394 9830,'10'-1'235,"-1"0"1,0-1-1,1 0 0,-1 0 0,0-1 0,15-7 1,9-2-291,592-194-725,-503 168 1427,2 6 0,225-29-1,-67 40 3506,318 18 0,-494 7-3087,-1 5 1,-1 4 0,0 5-1,130 39 1,142 58-1066,-126-48 0,-105-30 0,271 66 0,-338-87 0,-53-12 0,-1 0 0,0 2 0,0 1 0,-1 1 0,34 16 0,33 31 0,33 17 0,46 14 0,-68-27 0,-73-40 0,1-2 0,1-1 0,0-2 0,41 15 0,88 16 0,154 51 0,-174-47 0,163 35 0,-228-63 0,-1 3 0,70 33 0,-80-29 0,2-3 0,131 32 0,-126-44 0,106 36 0,-163-44 0,1-1 0,0 1 0,0 0 0,0 1 0,-1 0 0,0 1 0,-1 1 0,1 0 0,13 12 0,-5-4 0,0 0 0,2-1 0,0-1 0,28 12 0,-23-13 0,-2 2 0,44 31 0,-63-41 0,11 9 0,0 1 0,-1 1 0,27 32 0,-37-41 0,0 0 0,1 0 0,-1-1 0,1 0 0,1 0 0,-1-1 0,16 7 0,24 16 0,-34-18 0,-8-6 0,0 0 0,-1 0 0,1 1 0,-1-1 0,1 1 0,-2 0 0,1 1 0,0-1 0,-1 1 0,0 0 0,0 0 0,-1 0 0,4 8 0,-2 1 0,-2-9 0,0 0 0,-1 1 0,0-1 0,0 1 0,2 10 0,-4-14 0,0-1 0,-1 0 0,1 0 0,0 0 0,0 0 0,-1 0 0,1 0 0,-1 0 0,0 0 0,0 0 0,0 0 0,0 0 0,0 0 0,0-1 0,0 1 0,0 0 0,-1-1 0,1 1 0,-1-1 0,1 1 0,-1-1 0,-2 2 0,-5 3 0,0-1 0,-1 0 0,0-1 0,1 1 0,-1-2 0,-1 0 0,1 0 0,0-1 0,-1 0 0,1-1 0,-1 0 0,0 0 0,1-1 0,-1-1 0,0 0 0,-12-3 0,21 4-11,1 0 0,-1-1 0,1 1 0,-1 0-1,1-1 1,-1 0 0,1 1 0,-1-1 0,1 0 0,0 0 0,0 1 0,-1-1 0,1 0 0,0 0 0,0-1 0,0 1 0,0 0 0,0 0 0,0 0 0,0-1 0,1 1 0,-1 0 0,0-1 0,1 1 0,-1-1 0,1 1 0,-1-1 0,1 1 0,0-1 0,-1 1 0,1-1 0,0 1 0,0-1 0,0 1 0,1-1 0,-1 1 0,0-3 0,2 2 6,-1 0 0,0-1 0,1 1 1,-1 0-1,1-1 0,-1 1 0,1 0 1,0 0-1,0 1 0,0-1 0,0 0 1,1 1-1,-1-1 0,0 1 0,1 0 1,-1-1-1,0 1 0,1 0 0,0 1 1,3-2-1,1 1 7,-1-1 1,1 2 0,-1-1-1,1 1 1,0 0-1,-1 0 1,1 1 0,-1 0-1,1 0 1,-1 0 0,1 1-1,-1 0 1,0 0-1,0 1 1,0 0 0,0 0-1,0 0 1,-1 1-1,1 0 1,-1 0 0,7 6-1,-8-6 0,-1 1 1,0-1-1,1 0 0,-2 1 0,1-1 0,0 1 1,-1 0-1,0 0 0,0 0 0,0 0 0,-1 0 1,0 1-1,0-1 0,0 0 0,-1 1 0,1-1 1,-1 0-1,-1 1 0,1-1 0,-1 0 0,0 1 1,0-1-1,0 0 0,-1 0 0,1 0 0,-5 7 1,3-6-1,1-1 0,-2 1 1,1-1-1,-1 0 0,1 0 1,-2-1-1,1 1 0,0-1 1,-1 0-1,-7 5 1,9-7-2,0 0 0,0 0 1,0 0-1,0-1 1,-1 0-1,1 0 1,0 0-1,-1 0 0,1 0 1,-1 0-1,1-1 1,-1 0-1,1 0 1,-1 0-1,1 0 0,-1 0 1,1-1-1,0 1 1,-7-3-1,8 2-38,-1-1-1,1 1 0,0-1 1,0 0-1,0 0 0,0 1 1,0-1-1,0-1 0,0 1 1,1 0-1,-1 0 0,1-1 1,0 1-1,-1-1 0,1 1 1,0-1-1,0 1 0,1-1 1,-1 0-1,0-3 0,-1-7-96,0 1 0,1-1-1,1-12 1,0 21 126,-1 1 1,2 0-1,-1-1 0,0 1 1,1-1-1,-1 1 0,1-1 1,0 1-1,0 0 0,1 0 1,-1-1-1,1 1 0,-1 0 1,1 0-1,0 1 0,0-1 1,0 0-1,1 0 0,-1 1 1,1 0-1,-1-1 0,1 1 1,0 0-1,0 0 0,6-3 1,-5 4 15,1-1 0,0 1 1,-1 0-1,1 1 0,0-1 1,0 1-1,0 0 0,0 0 1,-1 0-1,1 1 1,0 0-1,0 0 0,0 0 1,-1 0-1,1 1 0,-1 0 1,1 0-1,4 2 0,-5-1 2,-1-1 0,1 0-1,0 1 1,-1 0-1,1 0 1,-1 0 0,0 0-1,4 6 1,-6-8-7,0 0 0,-1 0 0,1 0 1,-1 0-1,1 0 0,-1 0 0,1 0 0,-1 0 1,1 1-1,-1-1 0,0 0 0,0 0 0,0 0 1,0 1-1,0-1 0,0 0 0,0 0 1,0 0-1,0 1 0,0-1 0,-1 0 0,1 0 1,0 0-1,-1 0 0,1 0 0,-1 1 0,1-1 1,-1 0-1,0 0 0,1 0 0,-1 0 0,0-1 1,0 1-1,0 0 0,0 0 0,-1 1 0,-4 2 10,0-1 0,0 0 0,-1 0 0,1 0 0,-1-1 0,0 0 0,1 0 0,-1 0 0,0-1 0,0 0 0,-13 0 0,9-1-12,0 0 0,0-1 0,0 0 0,-1-1 0,1 0 1,-19-7-1,16 2-180,1 1 0,0-2 0,1 0 0,0-1 1,0 0-1,1 0 0,-19-21 0,11 9-84,1-1 0,1-1 1,-16-28-1,28 43 165,1-1 1,-1 0 0,1-1 0,1 1 0,0-1 0,0 1 0,1-1-1,-2-20 1,3 27 69,1-1 1,1 1-1,-1-1 0,0 1 0,1-1 0,-1 1 1,1-1-1,0 1 0,0-1 0,1 1 0,-1 0 0,1 0 1,-1 0-1,1 0 0,0 0 0,0 0 0,1 0 1,-1 0-1,1 1 0,-1-1 0,1 1 0,0 0 0,-1 0 1,1 0-1,0 0 0,1 0 0,4-2 0,10-2 100,1 1 0,-1 0 0,1 2 0,0 0 0,0 1 0,0 1 0,1 0 0,-1 2 0,0 0 0,0 1 0,0 1 0,32 9 0,-40-8-28,0 1 0,-1 0-1,1 0 1,-1 1 0,0 0 0,0 1 0,-1 0-1,1 1 1,-2 0 0,1 0 0,-1 1-1,-1 0 1,1 0 0,-1 1 0,-1 0 0,0 0-1,-1 0 1,0 1 0,0 0 0,-1 0-1,0 0 1,-1 1 0,0-1 0,1 16 0,-4-20-11,0 0 1,-1 0-1,0 0 1,0 0-1,0 0 1,-1 0-1,0 0 1,0-1-1,-1 1 1,1-1 0,-2 1-1,1-1 1,-1 0-1,0 0 1,-6 7-1,6-8-1,0-1-1,-1 1 1,1-1-1,-1 0 0,0-1 1,0 1-1,0-1 1,0 0-1,-1 0 1,1-1-1,-1 1 1,0-1-1,0 0 0,1-1 1,-1 1-1,0-1 1,-11 0-1,6-1-57,1-1 0,-1-1 0,0 0 1,1 0-1,-1-1 0,1 0 0,0-1 0,0 0 0,0-1 0,1 0 0,-17-11 0,18 10-41,1 1 0,0-1-1,0 0 1,1-1 0,-1 0 0,1 0-1,1 0 1,0-1 0,0 0 0,0 0-1,1 0 1,0 0 0,1-1 0,-3-9-1,5 18 70,1-1 0,0 1-1,-1-1 1,1 1 0,0-1 0,0 1-1,0-1 1,0 1 0,0-1 0,-1 1-1,1-1 1,0 1 0,0-1-1,0 1 1,0-1 0,0 1 0,1-1-1,-1 1 1,0-1 0,0 1-1,0-1 1,0 1 0,1-1 0,-1 1-1,0-1 1,0 1 0,1-1-1,-1 1 1,0-1 0,1 1 0,-1 0-1,0-1 1,1 1 0,-1-1 0,1 1-1,0-1 1,6 4 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F7890-4D6B-8549-ACFA-19D98A995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315D23-2552-B2CC-0A8D-08A04100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5E435-37E3-9372-DB13-84839E37F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D81E-DBE5-4447-8AA3-51DA5DD90762}" type="datetimeFigureOut">
              <a:rPr lang="en-GB" smtClean="0"/>
              <a:t>02/08/2026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74BE4-2FD9-CB5A-EC73-1668543F2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DEFA5-91C8-313D-C8A2-C17064F1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46A0C-FE71-48D3-B425-12EDC856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0387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8690C-1CEA-DD5E-F61D-283534DE2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03EA3-1A97-1E1A-F514-F261A91A1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D47C5-4CAB-F222-1EE9-F53D6DBD3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D81E-DBE5-4447-8AA3-51DA5DD90762}" type="datetimeFigureOut">
              <a:rPr lang="en-GB" smtClean="0"/>
              <a:t>02/08/2026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E0C18-9DDD-ECC4-ED47-297EB0EAA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B38E2-8047-0143-2B34-F6536C54D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46A0C-FE71-48D3-B425-12EDC856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6239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85647-A060-81E9-FB5F-4578A1CC7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55EFC-FDE3-16F6-9BFF-5DA58D3FB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D1FBE-648F-8F15-2B9D-1453D0E25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D81E-DBE5-4447-8AA3-51DA5DD90762}" type="datetimeFigureOut">
              <a:rPr lang="en-GB" smtClean="0"/>
              <a:t>02/08/2026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80E78-F926-4BE6-8259-8D931ABF1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E9381-53D1-846F-DA80-F612A00C0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46A0C-FE71-48D3-B425-12EDC856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8558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A4459-7639-887A-CCCB-4C16F7227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F29FE-E3DC-B6C9-D308-B62303B463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055CF-3F47-B9A3-ACBB-367834CF9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04851C-5B45-AFD7-8198-70A141320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D81E-DBE5-4447-8AA3-51DA5DD90762}" type="datetimeFigureOut">
              <a:rPr lang="en-GB" smtClean="0"/>
              <a:t>02/08/2026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EFB9D-E67A-E0D0-F4AE-09778BF64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038DA-0DD1-CCCA-3AC4-EAE4B46C9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46A0C-FE71-48D3-B425-12EDC856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740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98EAA-4044-ECC2-2E95-1E2EAABEF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88491-54E1-4652-6F51-B3C838E31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39249-1C2B-27FC-5F28-038C3AF1A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341E25-AEA3-9530-D67C-6D16D5E8E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C44287-9E5C-1B40-E000-45F10B22E4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D13D2A-EFE3-2328-AA92-EBEE82DA2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D81E-DBE5-4447-8AA3-51DA5DD90762}" type="datetimeFigureOut">
              <a:rPr lang="en-GB" smtClean="0"/>
              <a:t>02/08/2026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9C1F9A-F0F3-2A38-8E9B-CDBDBCAE0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664466-D035-2866-A2A7-39579094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46A0C-FE71-48D3-B425-12EDC856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1019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3CB36-BD89-22CD-6AAE-701E844E9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46F7AD-B46B-C606-ED67-69B83266F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D81E-DBE5-4447-8AA3-51DA5DD90762}" type="datetimeFigureOut">
              <a:rPr lang="en-GB" smtClean="0"/>
              <a:t>02/08/2026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F634F2-BEA3-63AF-FAAD-0F75C478F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EDD73A-270D-0000-6EDF-DAE9FBE6F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46A0C-FE71-48D3-B425-12EDC856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7207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E2E1F1-2CF6-3B3A-BC52-E698AC817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D81E-DBE5-4447-8AA3-51DA5DD90762}" type="datetimeFigureOut">
              <a:rPr lang="en-GB" smtClean="0"/>
              <a:t>02/08/2026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AB4AA-3B34-8DAD-C4C2-74BA8135C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E3088-3F8F-FE4D-B59A-404379A1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46A0C-FE71-48D3-B425-12EDC856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5778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2342A-2F16-3477-DA3E-424255292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03D45-FC63-005D-1B6E-0A4934303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0E7BDF-D4B4-2345-E4EA-EF7B1328DE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8FA15-9920-7949-F826-ABE9A1697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D81E-DBE5-4447-8AA3-51DA5DD90762}" type="datetimeFigureOut">
              <a:rPr lang="en-GB" smtClean="0"/>
              <a:t>02/08/2026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4BFD0-EF4C-190E-7F80-AD4C16C4D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C5FA8-D9D7-60D9-144F-87BA5ED48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46A0C-FE71-48D3-B425-12EDC856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096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BE469-D671-D53C-3909-2680133EF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DC8203-7E1E-F595-D534-31F611FD40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B27E7-7450-4FDA-A942-4A55A6B44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662A4-ABF7-8B4C-A691-4B33F4105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D81E-DBE5-4447-8AA3-51DA5DD90762}" type="datetimeFigureOut">
              <a:rPr lang="en-GB" smtClean="0"/>
              <a:t>02/08/2026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F38C3-35C8-4023-75DC-361FA621F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DA3FD-C49E-34F7-F897-E0548A434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46A0C-FE71-48D3-B425-12EDC856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368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EA895-629A-1F26-F755-044CA4DEF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489D2C-3437-4954-555D-187FE6E55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2F96C-D22A-9532-2146-65D376FF9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D81E-DBE5-4447-8AA3-51DA5DD90762}" type="datetimeFigureOut">
              <a:rPr lang="en-GB" smtClean="0"/>
              <a:t>02/08/2026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6E36B-FB31-8843-DB26-CAA2E1645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67DE1-F3F5-71EB-4ADA-1097A3F40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46A0C-FE71-48D3-B425-12EDC856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045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C44657-3DD5-4676-3282-54DCA0E6F8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3D3889-A45E-3A12-4D21-ADC06EF11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0410E-9767-711E-E384-3052BFE03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ED81E-DBE5-4447-8AA3-51DA5DD90762}" type="datetimeFigureOut">
              <a:rPr lang="en-GB" smtClean="0"/>
              <a:t>02/08/2026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D431E-F876-3C0B-ECC4-1FC0B7C44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035DE-7591-5E94-D41F-8706C2BED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46A0C-FE71-48D3-B425-12EDC856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851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CB02E0-1B6B-F9E7-5E52-5F586804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B0B61-EC31-99AB-9A35-2EE486998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E0E41-54B1-AF71-7BCD-83762A488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ED81E-DBE5-4447-8AA3-51DA5DD90762}" type="datetimeFigureOut">
              <a:rPr lang="en-GB" smtClean="0"/>
              <a:t>02/08/2026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A96CD-9B65-093A-2151-C8F82F2D6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E978C-C416-99F4-55F8-36B11F79D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446A0C-FE71-48D3-B425-12EDC8569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435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319D6-1C63-4769-3828-BEC8D4206B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Muay </a:t>
            </a:r>
            <a:r>
              <a:rPr lang="en-US" dirty="0" err="1"/>
              <a:t>ThAI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2F414D-C34C-F24D-105F-B0A1BC82D7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Overview of the IRIS-powered Muay Thai AI coach</a:t>
            </a:r>
          </a:p>
        </p:txBody>
      </p:sp>
    </p:spTree>
    <p:extLst>
      <p:ext uri="{BB962C8B-B14F-4D97-AF65-F5344CB8AC3E}">
        <p14:creationId xmlns:p14="http://schemas.microsoft.com/office/powerpoint/2010/main" val="836776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D36AA-09DD-0055-969C-EEA5FDA75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771788-0488-0C6C-F024-38750A6EC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868" y="1760445"/>
            <a:ext cx="2339543" cy="47324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18FFDC-286A-FF19-FAD9-01B5C95AF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59" y="2431472"/>
            <a:ext cx="1105009" cy="13126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E6AF87E-3B64-253E-7F16-E625C8D50FFE}"/>
                  </a:ext>
                </a:extLst>
              </p14:cNvPr>
              <p14:cNvContentPartPr/>
              <p14:nvPr/>
            </p14:nvContentPartPr>
            <p14:xfrm>
              <a:off x="1665880" y="3303080"/>
              <a:ext cx="1632240" cy="347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E6AF87E-3B64-253E-7F16-E625C8D50F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48240" y="3285440"/>
                <a:ext cx="166788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778F369-29F4-ADB0-91DB-0E9B68EE1585}"/>
                  </a:ext>
                </a:extLst>
              </p14:cNvPr>
              <p14:cNvContentPartPr/>
              <p14:nvPr/>
            </p14:nvContentPartPr>
            <p14:xfrm>
              <a:off x="1737160" y="3068720"/>
              <a:ext cx="2723760" cy="803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778F369-29F4-ADB0-91DB-0E9B68EE158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19160" y="3050720"/>
                <a:ext cx="2759400" cy="83952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A041291-6259-EB04-122D-C1FD6D026EE0}"/>
              </a:ext>
            </a:extLst>
          </p:cNvPr>
          <p:cNvSpPr txBox="1"/>
          <p:nvPr/>
        </p:nvSpPr>
        <p:spPr>
          <a:xfrm>
            <a:off x="5404628" y="570522"/>
            <a:ext cx="6012364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Live Tracking in IRIS of:</a:t>
            </a:r>
          </a:p>
          <a:p>
            <a:r>
              <a:rPr lang="en-US" sz="1600" dirty="0"/>
              <a:t>	- joints (from joint tracking)</a:t>
            </a:r>
          </a:p>
          <a:p>
            <a:r>
              <a:rPr lang="en-US" sz="1600" dirty="0"/>
              <a:t>	- x5 sensor (£840)  - £140 each </a:t>
            </a:r>
            <a:r>
              <a:rPr lang="en-US" sz="1600"/>
              <a:t>but alone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Live Inference of:</a:t>
            </a:r>
          </a:p>
          <a:p>
            <a:r>
              <a:rPr lang="en-US" sz="1600" dirty="0"/>
              <a:t>	- Guard Down: Reminder to cover</a:t>
            </a:r>
          </a:p>
          <a:p>
            <a:r>
              <a:rPr lang="en-US" sz="1600" dirty="0"/>
              <a:t>	- Number of punches, kicks, elbows, knees</a:t>
            </a:r>
          </a:p>
          <a:p>
            <a:r>
              <a:rPr lang="en-US" sz="1600" dirty="0"/>
              <a:t>	- Speed of punches (or wherever sensors are placed)</a:t>
            </a:r>
          </a:p>
          <a:p>
            <a:r>
              <a:rPr lang="en-US" sz="1600" dirty="0"/>
              <a:t>	- KO (less priority)</a:t>
            </a:r>
          </a:p>
          <a:p>
            <a:endParaRPr lang="en-US" sz="1600" dirty="0"/>
          </a:p>
          <a:p>
            <a:r>
              <a:rPr lang="en-US" sz="1600" dirty="0"/>
              <a:t>User Facing:</a:t>
            </a:r>
          </a:p>
          <a:p>
            <a:r>
              <a:rPr lang="en-US" sz="1600" dirty="0"/>
              <a:t>	- Dashboard with metrics</a:t>
            </a:r>
          </a:p>
          <a:p>
            <a:r>
              <a:rPr lang="en-US" sz="1600" dirty="0"/>
              <a:t>	- Coach</a:t>
            </a:r>
          </a:p>
          <a:p>
            <a:r>
              <a:rPr lang="en-US" sz="1600" dirty="0"/>
              <a:t>	</a:t>
            </a:r>
            <a:endParaRPr lang="en-GB" sz="16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126A91A-A640-9974-5E36-520162DBCAE4}"/>
              </a:ext>
            </a:extLst>
          </p:cNvPr>
          <p:cNvGrpSpPr/>
          <p:nvPr/>
        </p:nvGrpSpPr>
        <p:grpSpPr>
          <a:xfrm>
            <a:off x="7510584" y="3744089"/>
            <a:ext cx="3548657" cy="2046036"/>
            <a:chOff x="7033846" y="4126660"/>
            <a:chExt cx="3548657" cy="2046036"/>
          </a:xfrm>
        </p:grpSpPr>
        <p:pic>
          <p:nvPicPr>
            <p:cNvPr id="14" name="Picture 13" descr="What Is a Data Dashboard? Definition &amp; Dashboard Examples | Klipfolio">
              <a:extLst>
                <a:ext uri="{FF2B5EF4-FFF2-40B4-BE49-F238E27FC236}">
                  <a16:creationId xmlns:a16="http://schemas.microsoft.com/office/drawing/2014/main" id="{08759202-F2DB-614A-414D-C292A7049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91938" y="4126660"/>
              <a:ext cx="2790565" cy="204603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BA20349-A6DA-1E72-0543-84276618D0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33846" y="4155335"/>
              <a:ext cx="921243" cy="1863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53587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4F805-83B2-8F93-A1F8-FD7BEAADF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IRIS showcase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D5E66-BF78-D186-315B-ABEDF2E57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Super fast ingesting , “</a:t>
            </a:r>
            <a:r>
              <a:rPr lang="en-GB" b="1" dirty="0"/>
              <a:t>2.5M real-time events per second”</a:t>
            </a:r>
            <a:endParaRPr lang="en-US" dirty="0"/>
          </a:p>
          <a:p>
            <a:r>
              <a:rPr lang="en-GB" dirty="0"/>
              <a:t>IRIS Embedded Analytics - </a:t>
            </a:r>
            <a:r>
              <a:rPr lang="en-GB" b="1" dirty="0"/>
              <a:t>real-time </a:t>
            </a:r>
            <a:r>
              <a:rPr lang="en-GB" b="1"/>
              <a:t>analytics capabilities</a:t>
            </a:r>
            <a:endParaRPr lang="en-GB" dirty="0"/>
          </a:p>
          <a:p>
            <a:r>
              <a:rPr lang="en-GB" dirty="0"/>
              <a:t>Productions - </a:t>
            </a:r>
            <a:r>
              <a:rPr lang="en-GB" b="1" dirty="0"/>
              <a:t>Inbound Adaptors for sensors </a:t>
            </a:r>
          </a:p>
          <a:p>
            <a:r>
              <a:rPr lang="en-GB" dirty="0"/>
              <a:t>Ease of Web app backend</a:t>
            </a:r>
          </a:p>
          <a:p>
            <a:r>
              <a:rPr lang="en-GB" dirty="0"/>
              <a:t>New in IRIS 2026.1:</a:t>
            </a:r>
          </a:p>
          <a:p>
            <a:pPr lvl="1"/>
            <a:r>
              <a:rPr lang="en-GB" dirty="0"/>
              <a:t>Integrated ML - Custom models:</a:t>
            </a:r>
          </a:p>
          <a:p>
            <a:pPr lvl="2"/>
            <a:r>
              <a:rPr lang="en-GB" dirty="0"/>
              <a:t>SQL inference using models previously not supported (</a:t>
            </a:r>
            <a:r>
              <a:rPr lang="en-GB" dirty="0" err="1">
                <a:solidFill>
                  <a:srgbClr val="FF0000"/>
                </a:solidFill>
              </a:rPr>
              <a:t>LightGBM</a:t>
            </a:r>
            <a:r>
              <a:rPr lang="en-GB" dirty="0">
                <a:solidFill>
                  <a:srgbClr val="FF0000"/>
                </a:solidFill>
              </a:rPr>
              <a:t> or NNs for punch, kick, elbow, knee detection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AI Hub:</a:t>
            </a:r>
          </a:p>
          <a:p>
            <a:pPr lvl="2"/>
            <a:r>
              <a:rPr lang="en-GB" dirty="0"/>
              <a:t>Natural language Coach (</a:t>
            </a:r>
            <a:r>
              <a:rPr lang="en-GB" dirty="0">
                <a:solidFill>
                  <a:srgbClr val="FF0000"/>
                </a:solidFill>
              </a:rPr>
              <a:t>Descriptive analytics tools and SQL query and MATCH with Integrated ML inference using SQL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Claude Code Dev:</a:t>
            </a:r>
          </a:p>
          <a:p>
            <a:pPr lvl="2"/>
            <a:r>
              <a:rPr lang="en-GB" dirty="0"/>
              <a:t>Features to ease web development with Claude Code. Will be used to develop front-end dashboard.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3033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C6EC3-C630-C5A4-9603-4B3625389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3AB96-6FBE-8772-7E5A-7F656359F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A single pose frame cannot reliably distinguish, for example, a punch from a hand returning to guard. The relevant information is the joint movement over time.</a:t>
            </a:r>
          </a:p>
          <a:p>
            <a:r>
              <a:rPr lang="en-GB" dirty="0"/>
              <a:t>IMORTANT: joint movement over time</a:t>
            </a:r>
          </a:p>
          <a:p>
            <a:pPr lvl="1"/>
            <a:r>
              <a:rPr lang="en-GB" dirty="0"/>
              <a:t>Punch: rapid wrist displacement combined with elbow extension.</a:t>
            </a:r>
          </a:p>
          <a:p>
            <a:pPr lvl="1"/>
            <a:r>
              <a:rPr lang="en-GB" dirty="0"/>
              <a:t>Elbow: elbow displacement while the wrist remains comparatively close to the body/head.</a:t>
            </a:r>
          </a:p>
          <a:p>
            <a:pPr lvl="1"/>
            <a:r>
              <a:rPr lang="en-GB" dirty="0"/>
              <a:t>Kick: ankle acceleration and hip rotation, usually with knee extension.</a:t>
            </a:r>
          </a:p>
          <a:p>
            <a:pPr lvl="1"/>
            <a:r>
              <a:rPr lang="en-GB" dirty="0"/>
              <a:t>Knee: knee displacement while the ankle remains relatively close to the hip.</a:t>
            </a:r>
          </a:p>
          <a:p>
            <a:pPr lvl="1"/>
            <a:r>
              <a:rPr lang="en-GB" dirty="0"/>
              <a:t>Guard: wrist positions relative to the nose, eyes and shoulders.</a:t>
            </a:r>
          </a:p>
          <a:p>
            <a:r>
              <a:rPr lang="en-GB"/>
              <a:t>Guard should be a separate multi-label state because it can overlap with a strike.</a:t>
            </a:r>
            <a:endParaRPr lang="en-GB" dirty="0"/>
          </a:p>
          <a:p>
            <a:r>
              <a:rPr lang="en-GB" dirty="0">
                <a:solidFill>
                  <a:srgbClr val="00B050"/>
                </a:solidFill>
              </a:rPr>
              <a:t>Fine Tuning joint tracking to overcome occlusions on elbow, knee, hitting heavy bag, etc.</a:t>
            </a:r>
          </a:p>
        </p:txBody>
      </p:sp>
    </p:spTree>
    <p:extLst>
      <p:ext uri="{BB962C8B-B14F-4D97-AF65-F5344CB8AC3E}">
        <p14:creationId xmlns:p14="http://schemas.microsoft.com/office/powerpoint/2010/main" val="1118807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9C15B-98D0-5E8E-3EED-7F706785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05DCA-3326-9259-3C55-531EE16C0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Granularity on type of strike</a:t>
            </a:r>
          </a:p>
          <a:p>
            <a:pPr lvl="1"/>
            <a:r>
              <a:rPr lang="en-US" dirty="0"/>
              <a:t>Roundhouse kick (ted tad), </a:t>
            </a:r>
            <a:r>
              <a:rPr lang="en-US" dirty="0" err="1"/>
              <a:t>Teep</a:t>
            </a:r>
            <a:endParaRPr lang="en-US" dirty="0"/>
          </a:p>
          <a:p>
            <a:pPr lvl="1"/>
            <a:r>
              <a:rPr lang="en-US" dirty="0"/>
              <a:t>Elbow, front, round (</a:t>
            </a:r>
            <a:r>
              <a:rPr lang="en-US" dirty="0" err="1"/>
              <a:t>sok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Jab, cross, hook</a:t>
            </a:r>
          </a:p>
          <a:p>
            <a:pPr lvl="1"/>
            <a:r>
              <a:rPr lang="en-US" dirty="0"/>
              <a:t>Knee, front, round (</a:t>
            </a:r>
            <a:r>
              <a:rPr lang="en-US" dirty="0" err="1"/>
              <a:t>kao</a:t>
            </a:r>
            <a:r>
              <a:rPr lang="en-US" dirty="0"/>
              <a:t>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375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8AEAD-1F28-303A-83A0-97425EF1F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9BFC9-A09F-D398-1211-2AFAE9001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new embedded analytics</a:t>
            </a:r>
          </a:p>
          <a:p>
            <a:pPr lvl="1"/>
            <a:r>
              <a:rPr lang="en-US" dirty="0"/>
              <a:t>Display for users or whatever trends over time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C8E41A-91F5-C1EC-8E94-08B44F5C6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581" y="2864590"/>
            <a:ext cx="7763958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558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DA958-51A1-B6E6-B796-A2B3D9F6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TCN theory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70620-581D-721F-F7DD-95B4399D6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TCNs are widely </a:t>
            </a:r>
            <a:r>
              <a:rPr lang="en-US" dirty="0"/>
              <a:t>used in EMG  (better than LSTM and GRU)</a:t>
            </a:r>
          </a:p>
          <a:p>
            <a:pPr lvl="1"/>
            <a:r>
              <a:rPr lang="en-US" dirty="0"/>
              <a:t>Benefits:</a:t>
            </a:r>
          </a:p>
          <a:p>
            <a:pPr lvl="2"/>
            <a:r>
              <a:rPr lang="en-US" dirty="0"/>
              <a:t>Better parallelism</a:t>
            </a:r>
          </a:p>
          <a:p>
            <a:pPr lvl="2"/>
            <a:r>
              <a:rPr lang="en-US" dirty="0"/>
              <a:t>Better control over receptive field size</a:t>
            </a:r>
          </a:p>
          <a:p>
            <a:pPr lvl="2"/>
            <a:r>
              <a:rPr lang="en-US" dirty="0"/>
              <a:t>More Stable gradients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7845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830437a-0f49-40b8-9dee-9e7397f04915}" enabled="1" method="Standard" siteId="{74abaa74-2829-4279-b25c-5743687b0bf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Muay ThAI</vt:lpstr>
      <vt:lpstr>concept</vt:lpstr>
      <vt:lpstr>IRIS showcase</vt:lpstr>
      <vt:lpstr>PowerPoint Presentation</vt:lpstr>
      <vt:lpstr>Future work</vt:lpstr>
      <vt:lpstr>ideas</vt:lpstr>
      <vt:lpstr>TCN theory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JaramilloHerrera</dc:creator>
  <cp:lastModifiedBy>Jorge JaramilloHerrera</cp:lastModifiedBy>
  <cp:revision>1</cp:revision>
  <dcterms:created xsi:type="dcterms:W3CDTF">2026-07-19T22:43:10Z</dcterms:created>
  <dcterms:modified xsi:type="dcterms:W3CDTF">2026-08-02T16:25:15Z</dcterms:modified>
</cp:coreProperties>
</file>